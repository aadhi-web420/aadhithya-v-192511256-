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20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65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Method Analysis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10419" y="260955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13470" y="279243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CSA0606-Design and Analysis of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2CABD-3509-71E0-BEC3-9830C3E87478}"/>
              </a:ext>
            </a:extLst>
          </p:cNvPr>
          <p:cNvSpPr txBox="1"/>
          <p:nvPr/>
        </p:nvSpPr>
        <p:spPr>
          <a:xfrm>
            <a:off x="6035038" y="3575371"/>
            <a:ext cx="2335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By,</a:t>
            </a:r>
          </a:p>
          <a:p>
            <a:r>
              <a:rPr lang="en-IN" dirty="0"/>
              <a:t>Aadhithya V</a:t>
            </a:r>
          </a:p>
          <a:p>
            <a:r>
              <a:rPr lang="en-IN" dirty="0"/>
              <a:t>(192511256)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E49CD-2F01-03F4-7D0C-1E809F8CE0E6}"/>
              </a:ext>
            </a:extLst>
          </p:cNvPr>
          <p:cNvSpPr txBox="1"/>
          <p:nvPr/>
        </p:nvSpPr>
        <p:spPr>
          <a:xfrm>
            <a:off x="710419" y="3713871"/>
            <a:ext cx="239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Guided By, </a:t>
            </a:r>
          </a:p>
          <a:p>
            <a:r>
              <a:rPr lang="en-IN" dirty="0"/>
              <a:t>Dr. K. Rajagopal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8D7F7-14EE-C242-D3AD-C801B323342C}"/>
              </a:ext>
            </a:extLst>
          </p:cNvPr>
          <p:cNvSpPr txBox="1"/>
          <p:nvPr/>
        </p:nvSpPr>
        <p:spPr>
          <a:xfrm>
            <a:off x="907366" y="175846"/>
            <a:ext cx="540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E721FA-5EFC-63A9-8AE0-A6BAAE6B4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88011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Substitution Method?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technique for solving recurrence relations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known as the 'guess and verify'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for analyzing algorithm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by substituting the recurrence into itself repeatedly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identify patterns and derive closed-form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Recurrence Relation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9741" y="1698674"/>
            <a:ext cx="3784209" cy="64008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34108" y="1652954"/>
            <a:ext cx="43750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 = T(n-1) + 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T(1)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6986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777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the closed-form solution and determine the time complexity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062D5-D95E-729E-BF2A-80649E3A3820}"/>
              </a:ext>
            </a:extLst>
          </p:cNvPr>
          <p:cNvSpPr txBox="1"/>
          <p:nvPr/>
        </p:nvSpPr>
        <p:spPr>
          <a:xfrm>
            <a:off x="4790050" y="1033976"/>
            <a:ext cx="378420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The given recurrence relation is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T(n) = T(n − 1) + 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with the base case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T(1) = 1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The objective is to solve the recurrence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using the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Substitution Method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The recurrence is expanded step by step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until the base case is reached.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 closed-form solution is derived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to represent the recurrence without recursion.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The final goal is to determine the time complexity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of the recurrence relation after obtaining the closed-form solution.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/ Pseudocode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Method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19"/>
            <a:ext cx="8229600" cy="3158197"/>
          </a:xfrm>
          <a:prstGeom prst="rect">
            <a:avLst/>
          </a:prstGeom>
          <a:solidFill>
            <a:srgbClr val="ECF0F1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Algorithm: Substitution Method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Write the recurrence relation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T(n) = T(n-1) + 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Substitute T(n-1) recursively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T(n) = T(n-2) + (n-1) +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Continue substitution k 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T(n) = T(n-k) + (n-k+1) + ... + (n-1) +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Expand until base case is reached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n-k = 1, we have performed (n-1) substitutions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Use summation formula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 of i from 1 to n = n(n+1)/2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Derive closed form and identify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Expansion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Method - Detailed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T(n-1) + 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[T(n-2) + (n-1)] + n = T(n-2) + (n-1) + 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7432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T(n-3) + (n-2) + (n-1) + 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291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T(n-k) + (n-k+1) + ... + (n-1) + 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When n-k = 1 ⟹ k = n-1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T(1) = 1, so after (n-1) substitutions, we reach the base case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Decomposition Tree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030394" y="1668780"/>
            <a:ext cx="109728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2286000"/>
            <a:ext cx="1097280" cy="32004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T(n-1)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2286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926080"/>
            <a:ext cx="1097280" cy="32004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T(n-2)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+(n-1)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3931920"/>
            <a:ext cx="109728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T(1)=1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= n-1 levels | Cost at each level increases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B4216-CA2F-5DAA-40BE-C6BA4E65480F}"/>
              </a:ext>
            </a:extLst>
          </p:cNvPr>
          <p:cNvSpPr txBox="1"/>
          <p:nvPr/>
        </p:nvSpPr>
        <p:spPr>
          <a:xfrm>
            <a:off x="6267157" y="868680"/>
            <a:ext cx="242667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diagram starts with T(n)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which represents the original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Each step calls T(n-1)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reducing the problem size by 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At every level, the current value (+n, +(n-1), etc.) is added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the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recursion stops at T(1) = 1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which is the base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diagram shows how all the values are added together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get the final answer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T(n) = n(n+1)/2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(Code)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51495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Recursive Implementation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T_recursive(n):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1: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T_recursive(n-1) + 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Closed-form Solution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T_closed_form(n):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(n + 1) // 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8):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recursive = T_recursive(n)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 = T_closed_form(n)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print(f"T({n}) = {recursive}")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93E83-456F-C004-3AFC-5455622BE2CA}"/>
              </a:ext>
            </a:extLst>
          </p:cNvPr>
          <p:cNvSpPr txBox="1"/>
          <p:nvPr/>
        </p:nvSpPr>
        <p:spPr>
          <a:xfrm>
            <a:off x="4572000" y="1280160"/>
            <a:ext cx="455089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Function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T_recursive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(n) solves the recurrence relation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T(n) = T(n-1) + 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by calling itself until the base case is reached.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Base Case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if n == 1: return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Stops the recursion and provides the initial value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T(1) = 1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Recursive Step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return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T_recursive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(n-1) + 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Computes the previous result and adds the current value of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building the sum step by step.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Closed-Form Solution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T_closed_form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(n) uses the formula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n(n+1)/2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calculate the result directly without recursion, making it more efficient.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Output Verification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The for loop runs from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n = 1 to 7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computes the result using both recursive and closed-form methods, and verifies that both produce the same values.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Derivation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Substitution to Closed 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(n-1) substitutions with base case T(1) = 1: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T(1) + 2 + 3 + ... + (n-1) +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1 + ∑(i=2 to n) 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the formula: ∑(i=1 to n) i = n(n+1)/2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∑(i=1 to n) i = n(n+1)/2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Form: T(n) = n(n+1)/2 = (n² + n)/2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Values for Various n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04245"/>
              </p:ext>
            </p:extLst>
          </p:nvPr>
        </p:nvGraphicFramePr>
        <p:xfrm>
          <a:off x="1371600" y="1645920"/>
          <a:ext cx="6400800" cy="224028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T(n) = n(n+1)/2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1×2/2 =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2×3/2 =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3×4/2 =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5×6/2 = 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10×11/2 = 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100×101/2 = 5050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Complexity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T(n) = n(n+1)/2 = (n² + n)/2, the leading term is n², making this a quadratic complexity.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call stack depth is n due to (n-1) recursive calls before reaching the base case.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 Linear time algorithms are preferred over quadratic ones. For large n, O(n²) becomes computationally expensive.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Substitution Method is a powerful technique for solving recurrence relations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step-by-step expansion, we derived the closed form: T(n) = n(n+1)/2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exhibits quadratic time complexity O(n²)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 of O(n) is due to recursive call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demonstrates why iterative solutions are preferred in practice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complexity helps in algorithm selection and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Cormen, T. H., Leiserson, C. E., Rivest, R. L., &amp; Stein, C. (2009). Introduction to Algorithms (3rd ed.). MIT Press.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Kleinberg, J., &amp; Tardos, E. (2005). Algorithm Design. Pearson Education.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Sedgewick, R., &amp; Wayne, K. (2011). Algorithms (4th ed.). Addison-Wesley.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Rosen, K. H. (2011). Discrete Mathematics and Its Applications (7th ed.). McGraw-Hill.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Online Judge Problems: Practicing recurrence solving through LeetCode, HackerRank, and CodeForces.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1317</Words>
  <Application>Microsoft Office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aadhithyaajay2@gmail.com</cp:lastModifiedBy>
  <cp:revision>2</cp:revision>
  <dcterms:created xsi:type="dcterms:W3CDTF">2026-07-19T08:00:43Z</dcterms:created>
  <dcterms:modified xsi:type="dcterms:W3CDTF">2026-07-22T04:32:03Z</dcterms:modified>
</cp:coreProperties>
</file>